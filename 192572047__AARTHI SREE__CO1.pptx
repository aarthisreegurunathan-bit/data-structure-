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9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0B61-6D9A-991E-D013-F2598A5A1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008789"/>
          </a:xfrm>
        </p:spPr>
        <p:txBody>
          <a:bodyPr/>
          <a:lstStyle/>
          <a:p>
            <a:r>
              <a:rPr lang="en-IN" sz="2800" dirty="0">
                <a:latin typeface="Algerian" panose="04020705040A02060702" pitchFamily="82" charset="0"/>
              </a:rPr>
              <a:t>A metro rail network maps stations and routes to determine reachable stations from a source station. Suggest a suitable data structure for representation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243FD-7252-7DE6-2938-D3EE84D4C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8761" y="4682062"/>
            <a:ext cx="2354186" cy="765009"/>
          </a:xfrm>
        </p:spPr>
        <p:txBody>
          <a:bodyPr/>
          <a:lstStyle/>
          <a:p>
            <a:r>
              <a:rPr lang="en-US" dirty="0"/>
              <a:t>AARTHI SREE.G</a:t>
            </a:r>
          </a:p>
          <a:p>
            <a:r>
              <a:rPr lang="en-US" dirty="0"/>
              <a:t>(192572047)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B9F59-A141-CAE4-BC35-ACC847E66F12}"/>
              </a:ext>
            </a:extLst>
          </p:cNvPr>
          <p:cNvSpPr txBox="1"/>
          <p:nvPr/>
        </p:nvSpPr>
        <p:spPr>
          <a:xfrm>
            <a:off x="4247536" y="25563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CSA-0305  DATA STRUCTURES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7663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B3D4-68B6-0E5E-E4B2-5528F678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64" y="642594"/>
            <a:ext cx="7143135" cy="822412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E8DB6-399D-1778-A2BC-681E3F54F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06" y="1730477"/>
            <a:ext cx="10269794" cy="4304563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metro rail network consists of stations connected by railway routes.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data structure is needed to represent stations and their connections efficiently.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appropriate data structure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metro network.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graph,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stations are represented as vertices (nodes)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are represented as edges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help determine all stations that are reachable from a given source station.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traversal algorithms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Depth-First Search (DFS)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find reachable stations.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representation supports efficient route planning, connectivity analysis, and network management.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models are widely used in real-world metro navigation and transportation systems.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523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B985-8A15-C6C1-87E2-16BCF37E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452" y="642594"/>
            <a:ext cx="7634748" cy="13716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INTRODUCTION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A90A-B476-0B87-D3E7-75C206E6B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metro rail network contains many stations connected through different routes.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these connections efficiently, an appropriate data structure is required.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best data structure because it naturally represents stations and their connections.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graph: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(Nodes)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metro stations.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railway routes between stations.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algorithms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Depth-First Search (DFS)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determine which stations are reachable from a given source station.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representation improves route planning, connectivity analysis, and overall network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60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D5CF-514D-7681-F28D-E8F7FC973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 YOU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0588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{CC69DF0E-8EC4-4447-A8B5-8BE61BBB45C6}TF77a67a13-02ae-4296-8148-f26bdaaf38f15d531602-3675789a7173</Template>
  <TotalTime>13</TotalTime>
  <Words>263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Algerian</vt:lpstr>
      <vt:lpstr>Century Gothic</vt:lpstr>
      <vt:lpstr>Garamond</vt:lpstr>
      <vt:lpstr>Times New Roman</vt:lpstr>
      <vt:lpstr>Savon</vt:lpstr>
      <vt:lpstr>A metro rail network maps stations and routes to determine reachable stations from a source station. Suggest a suitable data structure for representation</vt:lpstr>
      <vt:lpstr>Abstract</vt:lpstr>
      <vt:lpstr>INTRODUCTION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aarthisreegurunathan@outlook.com</dc:creator>
  <cp:lastModifiedBy>aarthisreegurunathan@outlook.com</cp:lastModifiedBy>
  <cp:revision>2</cp:revision>
  <dcterms:created xsi:type="dcterms:W3CDTF">2026-07-28T16:59:13Z</dcterms:created>
  <dcterms:modified xsi:type="dcterms:W3CDTF">2026-07-29T03:34:39Z</dcterms:modified>
</cp:coreProperties>
</file>